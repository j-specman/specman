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1BA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-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2FF44-A759-A3D8-BF3C-F298196A6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2923FB-9D39-8E79-72AB-1DA01B222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89F743-AEB0-8C51-1842-48879C05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43C6EF-BA2B-11D8-2139-0CD66362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91C2AD-2F3A-54C4-A3B2-43E05008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987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58863-50AD-7C87-FB46-0E510BB6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6F624F-3085-66E2-6E2E-97C80C043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A130EB-C26C-1562-8003-711FAFDF9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8B2E84-BB00-18FF-8312-547016ED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639BE0-6BE4-BC6A-653E-A0B4A85B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1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4472F9-B3BA-42C9-DD94-2F0BDE3D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1F555C-94F2-E960-69F9-13EFA4C53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18022-9506-9480-6CC6-AD8F83BE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2DC921-01E9-D304-9389-024C8184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881772-8EBE-DB30-E827-475B4C9F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69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900C44-2293-8067-1CA1-9631C52E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E19A16-C8BF-EAB9-A1F3-35EF248E5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3485BA-329A-5599-B98B-426D2ED23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9145BB-C47F-A1AB-B2FD-CA8098A4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339BD5-28A8-C835-F786-BB49A880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EC463C-D222-B1EB-5782-DE6FE6AD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424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30C8C-BCF9-A4BE-1B4D-3ACC6435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C788EA-DBFF-0BF5-DA4D-E5595EC45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2F9D05-0DB7-7901-1508-905C2DEE9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976844-DB2F-95A2-DA1A-310AC92E7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A7813E-B40F-88D9-2CAA-3A7DE80F1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01BEBB-1C7D-E227-571B-4B224CF2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666120-EE67-BD33-EB21-C5DC7178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61D16F-1700-637E-2037-02C837CE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51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8E155-5692-DA92-40D4-A408912D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BF7586-BED9-7A4A-5726-95D76C82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334280-61B9-827C-E9E6-4CA9A966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1D4E28-B1E7-5FE0-E318-DC6EE46E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69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A1B9B01-EABC-F638-300F-C6875A29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C9186D-8A81-37C7-A92F-0CD1B841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61EE1F-5BF6-E3E9-8751-C7E065E6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919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B0AB3-539E-C191-7948-9C5BC2AF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FB28D6-6385-CCC6-497D-6AF9B6A45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D45183-0A7A-3B4A-2588-E442C954A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68D7C4-BE79-73A7-265A-011332F0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ECF286-F099-AE7E-FD15-5BB3359E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D32EEC-319E-5E90-D34F-1476F10C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937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F16E6-A003-2BC9-4E67-6DC599F3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53E77E-6185-8853-8FD5-E7FE0E3F33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9767ED-445F-EC03-4744-F7D6EFCBB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D9B8C6-1382-C5DC-C103-CD899437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334A31-F206-E7F1-27D6-B3FE4BB6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80FAA7-FEF3-01EE-3A9F-7BF91649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85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727B0-353B-5301-A43D-D7898A48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8924A5-67B4-17A3-D06A-A0A9F143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D191F4-268B-1A17-5253-E0C95171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90CD7-7589-5C98-149F-C1AA838F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78E06C-FD3F-B505-5AD1-12D6793C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1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D16C57-09C3-8E11-FF6C-1710942CB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0A3899-8644-98C6-A201-61A135535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BAA398-6A6B-2CD1-20BE-C9F1EE37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C4EEDA-A45E-0CA0-72C5-E3F8A040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C55206-5091-F57B-96DB-DFB39F31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0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AD11CD-CC7D-89ED-E88B-FA60A985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05F2F4-B9BA-8B62-3108-B56E05A95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A0020B-0D89-E020-4E51-71F193965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3D8B4-CF18-4DB0-A897-AE76F7E8613B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16ED58-8B19-B15C-2F24-F21A5D0ED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5B7D2E-4964-4117-E7EA-DE48A66A5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A86C4-575B-4941-AF65-BD601FE9C41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94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0EEAC8CD-8747-3571-0F36-8CC7B43F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5" y="2149024"/>
            <a:ext cx="1694726" cy="158108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4F043DB-C548-4BE5-9229-C759751C4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46" y="2408632"/>
            <a:ext cx="563700" cy="5637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301ED44-5480-D7D9-AAF6-2586D91A3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641" y="2965176"/>
            <a:ext cx="563700" cy="563700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EDB7BBD5-5B8F-B7EC-51B8-9DFDDFC41028}"/>
              </a:ext>
            </a:extLst>
          </p:cNvPr>
          <p:cNvGrpSpPr/>
          <p:nvPr/>
        </p:nvGrpSpPr>
        <p:grpSpPr>
          <a:xfrm>
            <a:off x="1754546" y="1219598"/>
            <a:ext cx="631372" cy="994958"/>
            <a:chOff x="3803468" y="1245326"/>
            <a:chExt cx="631372" cy="994958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D9570CAA-9F87-1991-EF6F-455EB2F51E4C}"/>
                </a:ext>
              </a:extLst>
            </p:cNvPr>
            <p:cNvSpPr/>
            <p:nvPr/>
          </p:nvSpPr>
          <p:spPr>
            <a:xfrm>
              <a:off x="3979817" y="1245326"/>
              <a:ext cx="269966" cy="2699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5" name="Teilkreis 4">
              <a:extLst>
                <a:ext uri="{FF2B5EF4-FFF2-40B4-BE49-F238E27FC236}">
                  <a16:creationId xmlns:a16="http://schemas.microsoft.com/office/drawing/2014/main" id="{6D77EBC9-B973-994D-0901-C6FB8442CEC0}"/>
                </a:ext>
              </a:extLst>
            </p:cNvPr>
            <p:cNvSpPr/>
            <p:nvPr/>
          </p:nvSpPr>
          <p:spPr>
            <a:xfrm rot="5400000">
              <a:off x="3781696" y="1587140"/>
              <a:ext cx="674916" cy="631372"/>
            </a:xfrm>
            <a:prstGeom prst="pie">
              <a:avLst>
                <a:gd name="adj1" fmla="val 5444068"/>
                <a:gd name="adj2" fmla="val 162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E253AC1D-B307-EB18-863A-03D9DF8029D0}"/>
                </a:ext>
              </a:extLst>
            </p:cNvPr>
            <p:cNvSpPr txBox="1"/>
            <p:nvPr/>
          </p:nvSpPr>
          <p:spPr>
            <a:xfrm>
              <a:off x="3836834" y="1621595"/>
              <a:ext cx="5671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>
                  <a:solidFill>
                    <a:schemeClr val="bg2">
                      <a:lumMod val="90000"/>
                    </a:schemeClr>
                  </a:solidFill>
                </a:rPr>
                <a:t>User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7A9B6B68-4832-F5BF-3FDA-12B619499B68}"/>
              </a:ext>
            </a:extLst>
          </p:cNvPr>
          <p:cNvSpPr txBox="1"/>
          <p:nvPr/>
        </p:nvSpPr>
        <p:spPr>
          <a:xfrm>
            <a:off x="1465198" y="3924185"/>
            <a:ext cx="113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Specman</a:t>
            </a:r>
            <a:endParaRPr lang="de-DE" dirty="0"/>
          </a:p>
          <a:p>
            <a:pPr algn="ctr"/>
            <a:r>
              <a:rPr lang="de-DE" dirty="0"/>
              <a:t>UI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EBCD419-DFEA-06C9-A4D2-BAD608824F9F}"/>
              </a:ext>
            </a:extLst>
          </p:cNvPr>
          <p:cNvSpPr txBox="1"/>
          <p:nvPr/>
        </p:nvSpPr>
        <p:spPr>
          <a:xfrm>
            <a:off x="7108013" y="2918166"/>
            <a:ext cx="1135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Specman</a:t>
            </a:r>
            <a:endParaRPr lang="de-DE" dirty="0"/>
          </a:p>
          <a:p>
            <a:pPr algn="ctr"/>
            <a:r>
              <a:rPr lang="de-DE" dirty="0"/>
              <a:t>CLI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56517170-3727-E643-6DBF-8683359859CB}"/>
              </a:ext>
            </a:extLst>
          </p:cNvPr>
          <p:cNvGrpSpPr/>
          <p:nvPr/>
        </p:nvGrpSpPr>
        <p:grpSpPr>
          <a:xfrm>
            <a:off x="6459223" y="1390265"/>
            <a:ext cx="631372" cy="994958"/>
            <a:chOff x="3803468" y="1245326"/>
            <a:chExt cx="631372" cy="994958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93E06D1-AD9C-2325-4EBC-F23881CB0668}"/>
                </a:ext>
              </a:extLst>
            </p:cNvPr>
            <p:cNvSpPr/>
            <p:nvPr/>
          </p:nvSpPr>
          <p:spPr>
            <a:xfrm>
              <a:off x="3979817" y="1245326"/>
              <a:ext cx="269966" cy="26996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5" name="Teilkreis 24">
              <a:extLst>
                <a:ext uri="{FF2B5EF4-FFF2-40B4-BE49-F238E27FC236}">
                  <a16:creationId xmlns:a16="http://schemas.microsoft.com/office/drawing/2014/main" id="{384EACC3-7153-42FE-AB89-D3D8F3F482D2}"/>
                </a:ext>
              </a:extLst>
            </p:cNvPr>
            <p:cNvSpPr/>
            <p:nvPr/>
          </p:nvSpPr>
          <p:spPr>
            <a:xfrm rot="5400000">
              <a:off x="3781696" y="1587140"/>
              <a:ext cx="674916" cy="631372"/>
            </a:xfrm>
            <a:prstGeom prst="pie">
              <a:avLst>
                <a:gd name="adj1" fmla="val 5444068"/>
                <a:gd name="adj2" fmla="val 162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599911A-7E42-CD85-95F5-34538530F213}"/>
                </a:ext>
              </a:extLst>
            </p:cNvPr>
            <p:cNvSpPr txBox="1"/>
            <p:nvPr/>
          </p:nvSpPr>
          <p:spPr>
            <a:xfrm>
              <a:off x="3923924" y="1595469"/>
              <a:ext cx="348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>
                  <a:solidFill>
                    <a:schemeClr val="bg2">
                      <a:lumMod val="90000"/>
                    </a:schemeClr>
                  </a:solidFill>
                </a:rPr>
                <a:t>AI</a:t>
              </a:r>
            </a:p>
          </p:txBody>
        </p:sp>
      </p:grpSp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07EDDDDB-AAB1-33C9-783A-B0D2D6F6356F}"/>
              </a:ext>
            </a:extLst>
          </p:cNvPr>
          <p:cNvSpPr/>
          <p:nvPr/>
        </p:nvSpPr>
        <p:spPr>
          <a:xfrm>
            <a:off x="4408190" y="2193035"/>
            <a:ext cx="1008904" cy="1187026"/>
          </a:xfrm>
          <a:prstGeom prst="foldedCorner">
            <a:avLst/>
          </a:prstGeom>
          <a:solidFill>
            <a:srgbClr val="E8D1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9B0DB1E-56B0-8A75-5646-740D656C0C9A}"/>
              </a:ext>
            </a:extLst>
          </p:cNvPr>
          <p:cNvCxnSpPr>
            <a:cxnSpLocks/>
          </p:cNvCxnSpPr>
          <p:nvPr/>
        </p:nvCxnSpPr>
        <p:spPr>
          <a:xfrm>
            <a:off x="6753765" y="2149024"/>
            <a:ext cx="0" cy="764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D0AF8DCB-3E34-7F90-4309-D39BAA79CAC5}"/>
              </a:ext>
            </a:extLst>
          </p:cNvPr>
          <p:cNvSpPr txBox="1"/>
          <p:nvPr/>
        </p:nvSpPr>
        <p:spPr>
          <a:xfrm>
            <a:off x="6745134" y="2336386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run</a:t>
            </a:r>
            <a:r>
              <a:rPr lang="de-DE" sz="1200" b="1" dirty="0"/>
              <a:t> (3)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561DE43E-49B2-FA37-7148-D36DFC99E143}"/>
              </a:ext>
            </a:extLst>
          </p:cNvPr>
          <p:cNvCxnSpPr>
            <a:cxnSpLocks/>
          </p:cNvCxnSpPr>
          <p:nvPr/>
        </p:nvCxnSpPr>
        <p:spPr>
          <a:xfrm flipH="1">
            <a:off x="5446867" y="2054969"/>
            <a:ext cx="942424" cy="419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8BDDA177-EDAD-D048-5925-625A05D98BFB}"/>
              </a:ext>
            </a:extLst>
          </p:cNvPr>
          <p:cNvSpPr txBox="1"/>
          <p:nvPr/>
        </p:nvSpPr>
        <p:spPr>
          <a:xfrm>
            <a:off x="5475098" y="1930430"/>
            <a:ext cx="741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write</a:t>
            </a:r>
            <a:r>
              <a:rPr lang="de-DE" sz="1200" b="1" dirty="0"/>
              <a:t> (2)</a:t>
            </a: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88A3BCC3-F6DC-7C99-B072-516EE3B327DC}"/>
              </a:ext>
            </a:extLst>
          </p:cNvPr>
          <p:cNvCxnSpPr>
            <a:cxnSpLocks/>
          </p:cNvCxnSpPr>
          <p:nvPr/>
        </p:nvCxnSpPr>
        <p:spPr>
          <a:xfrm flipH="1" flipV="1">
            <a:off x="5492537" y="2885584"/>
            <a:ext cx="896754" cy="441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8981E2B-84AD-A506-DAF5-5ADCCA6DB74E}"/>
              </a:ext>
            </a:extLst>
          </p:cNvPr>
          <p:cNvSpPr txBox="1"/>
          <p:nvPr/>
        </p:nvSpPr>
        <p:spPr>
          <a:xfrm>
            <a:off x="5546822" y="3242752"/>
            <a:ext cx="800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repair</a:t>
            </a:r>
            <a:r>
              <a:rPr lang="de-DE" sz="1200" b="1" dirty="0"/>
              <a:t> (5)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6102BFF-08E2-8982-0A85-ABD3FAA040CC}"/>
              </a:ext>
            </a:extLst>
          </p:cNvPr>
          <p:cNvCxnSpPr>
            <a:cxnSpLocks/>
          </p:cNvCxnSpPr>
          <p:nvPr/>
        </p:nvCxnSpPr>
        <p:spPr>
          <a:xfrm>
            <a:off x="5484765" y="2691421"/>
            <a:ext cx="930247" cy="444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F17B6F27-393A-DA85-CB68-7D32016655E4}"/>
              </a:ext>
            </a:extLst>
          </p:cNvPr>
          <p:cNvSpPr txBox="1"/>
          <p:nvPr/>
        </p:nvSpPr>
        <p:spPr>
          <a:xfrm>
            <a:off x="5763888" y="2608585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load</a:t>
            </a:r>
            <a:r>
              <a:rPr lang="de-DE" sz="1200" b="1" dirty="0"/>
              <a:t> (4)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12D523C-84EA-8E59-2ADF-C23479532E8C}"/>
              </a:ext>
            </a:extLst>
          </p:cNvPr>
          <p:cNvCxnSpPr>
            <a:cxnSpLocks/>
          </p:cNvCxnSpPr>
          <p:nvPr/>
        </p:nvCxnSpPr>
        <p:spPr>
          <a:xfrm flipH="1">
            <a:off x="2956291" y="2703487"/>
            <a:ext cx="1316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D17E4D01-EC67-40A9-14AA-ECB8DC48B7C5}"/>
              </a:ext>
            </a:extLst>
          </p:cNvPr>
          <p:cNvSpPr txBox="1"/>
          <p:nvPr/>
        </p:nvSpPr>
        <p:spPr>
          <a:xfrm>
            <a:off x="3199975" y="2410780"/>
            <a:ext cx="101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 err="1"/>
              <a:t>autoload</a:t>
            </a:r>
            <a:r>
              <a:rPr lang="de-DE" sz="1200" b="1" dirty="0"/>
              <a:t> (6)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56E6874-CFB2-E3B9-13FF-3091FC095510}"/>
              </a:ext>
            </a:extLst>
          </p:cNvPr>
          <p:cNvCxnSpPr>
            <a:cxnSpLocks/>
          </p:cNvCxnSpPr>
          <p:nvPr/>
        </p:nvCxnSpPr>
        <p:spPr>
          <a:xfrm>
            <a:off x="2983057" y="2841987"/>
            <a:ext cx="12457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4689FDBE-A11F-315D-BDCA-BE5B45FA6BB6}"/>
              </a:ext>
            </a:extLst>
          </p:cNvPr>
          <p:cNvSpPr txBox="1"/>
          <p:nvPr/>
        </p:nvSpPr>
        <p:spPr>
          <a:xfrm>
            <a:off x="3268356" y="2846655"/>
            <a:ext cx="793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autosave</a:t>
            </a:r>
            <a:endParaRPr lang="de-DE" sz="12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8294202C-9BA4-1759-51BE-2116B6FEA348}"/>
              </a:ext>
            </a:extLst>
          </p:cNvPr>
          <p:cNvSpPr txBox="1"/>
          <p:nvPr/>
        </p:nvSpPr>
        <p:spPr>
          <a:xfrm>
            <a:off x="4434522" y="2458620"/>
            <a:ext cx="935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Working</a:t>
            </a:r>
          </a:p>
          <a:p>
            <a:pPr algn="ctr"/>
            <a:r>
              <a:rPr lang="de-DE" sz="1600" dirty="0" err="1"/>
              <a:t>copy</a:t>
            </a:r>
            <a:endParaRPr lang="de-DE" sz="1600" dirty="0"/>
          </a:p>
          <a:p>
            <a:pPr algn="ctr"/>
            <a:r>
              <a:rPr lang="de-DE" sz="1600" dirty="0"/>
              <a:t>.</a:t>
            </a:r>
            <a:r>
              <a:rPr lang="de-DE" sz="1600" dirty="0" err="1"/>
              <a:t>nsd.wrk</a:t>
            </a:r>
            <a:endParaRPr lang="de-DE" sz="1600" dirty="0"/>
          </a:p>
        </p:txBody>
      </p:sp>
      <p:sp>
        <p:nvSpPr>
          <p:cNvPr id="62" name="Rechteck: gefaltete Ecke 61">
            <a:extLst>
              <a:ext uri="{FF2B5EF4-FFF2-40B4-BE49-F238E27FC236}">
                <a16:creationId xmlns:a16="http://schemas.microsoft.com/office/drawing/2014/main" id="{6ACFD96B-23C2-AC49-EBCC-1975E64D4804}"/>
              </a:ext>
            </a:extLst>
          </p:cNvPr>
          <p:cNvSpPr/>
          <p:nvPr/>
        </p:nvSpPr>
        <p:spPr>
          <a:xfrm>
            <a:off x="4398018" y="3730109"/>
            <a:ext cx="1008904" cy="1187026"/>
          </a:xfrm>
          <a:prstGeom prst="foldedCorne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5F5165D-3421-706B-2E6D-AAAF88EA9B8F}"/>
              </a:ext>
            </a:extLst>
          </p:cNvPr>
          <p:cNvSpPr txBox="1"/>
          <p:nvPr/>
        </p:nvSpPr>
        <p:spPr>
          <a:xfrm>
            <a:off x="4533964" y="4015964"/>
            <a:ext cx="736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Model</a:t>
            </a:r>
          </a:p>
          <a:p>
            <a:pPr algn="ctr"/>
            <a:r>
              <a:rPr lang="de-DE" sz="1600" dirty="0" err="1"/>
              <a:t>file</a:t>
            </a:r>
            <a:endParaRPr lang="de-DE" sz="1600" dirty="0"/>
          </a:p>
          <a:p>
            <a:pPr algn="ctr"/>
            <a:r>
              <a:rPr lang="de-DE" sz="1600" dirty="0"/>
              <a:t>.</a:t>
            </a:r>
            <a:r>
              <a:rPr lang="de-DE" sz="1600" dirty="0" err="1"/>
              <a:t>nsd</a:t>
            </a:r>
            <a:endParaRPr lang="de-DE" sz="1600" dirty="0"/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1AFE8581-AA8A-4AD7-0B1C-38C081B7E3B0}"/>
              </a:ext>
            </a:extLst>
          </p:cNvPr>
          <p:cNvCxnSpPr>
            <a:cxnSpLocks/>
          </p:cNvCxnSpPr>
          <p:nvPr/>
        </p:nvCxnSpPr>
        <p:spPr>
          <a:xfrm>
            <a:off x="2913241" y="3464703"/>
            <a:ext cx="1359929" cy="782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8F9349F1-47EA-0051-7D36-C95999BCAC0F}"/>
              </a:ext>
            </a:extLst>
          </p:cNvPr>
          <p:cNvSpPr txBox="1"/>
          <p:nvPr/>
        </p:nvSpPr>
        <p:spPr>
          <a:xfrm>
            <a:off x="3393694" y="3962616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save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E99F42BD-292F-A166-A399-71AC15E973D0}"/>
              </a:ext>
            </a:extLst>
          </p:cNvPr>
          <p:cNvCxnSpPr>
            <a:cxnSpLocks/>
          </p:cNvCxnSpPr>
          <p:nvPr/>
        </p:nvCxnSpPr>
        <p:spPr>
          <a:xfrm>
            <a:off x="2595542" y="1563718"/>
            <a:ext cx="37937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38A8B368-3216-F05A-846B-5F6605BCBF30}"/>
              </a:ext>
            </a:extLst>
          </p:cNvPr>
          <p:cNvSpPr txBox="1"/>
          <p:nvPr/>
        </p:nvSpPr>
        <p:spPr>
          <a:xfrm>
            <a:off x="4007911" y="1257948"/>
            <a:ext cx="901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dirty="0"/>
              <a:t>prompt (1)</a:t>
            </a:r>
          </a:p>
        </p:txBody>
      </p:sp>
      <p:sp>
        <p:nvSpPr>
          <p:cNvPr id="76" name="Rechteck: gefaltete Ecke 75">
            <a:extLst>
              <a:ext uri="{FF2B5EF4-FFF2-40B4-BE49-F238E27FC236}">
                <a16:creationId xmlns:a16="http://schemas.microsoft.com/office/drawing/2014/main" id="{7C011AF2-BA61-6ED9-8460-7A1F09639AA7}"/>
              </a:ext>
            </a:extLst>
          </p:cNvPr>
          <p:cNvSpPr/>
          <p:nvPr/>
        </p:nvSpPr>
        <p:spPr>
          <a:xfrm>
            <a:off x="8632118" y="1390265"/>
            <a:ext cx="2141736" cy="442257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71AA6167-6900-3802-F0AC-163916CC4996}"/>
              </a:ext>
            </a:extLst>
          </p:cNvPr>
          <p:cNvSpPr txBox="1"/>
          <p:nvPr/>
        </p:nvSpPr>
        <p:spPr>
          <a:xfrm>
            <a:off x="9028957" y="1446449"/>
            <a:ext cx="1692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Reference </a:t>
            </a:r>
            <a:r>
              <a:rPr lang="de-DE" sz="1600" dirty="0" err="1"/>
              <a:t>model</a:t>
            </a:r>
            <a:endParaRPr lang="de-DE" sz="1600" dirty="0"/>
          </a:p>
        </p:txBody>
      </p:sp>
      <p:sp>
        <p:nvSpPr>
          <p:cNvPr id="80" name="Rechteck: gefaltete Ecke 79">
            <a:extLst>
              <a:ext uri="{FF2B5EF4-FFF2-40B4-BE49-F238E27FC236}">
                <a16:creationId xmlns:a16="http://schemas.microsoft.com/office/drawing/2014/main" id="{C298CDE3-355F-CD67-B42D-34BCC5EFB40B}"/>
              </a:ext>
            </a:extLst>
          </p:cNvPr>
          <p:cNvSpPr/>
          <p:nvPr/>
        </p:nvSpPr>
        <p:spPr>
          <a:xfrm>
            <a:off x="8632118" y="1980090"/>
            <a:ext cx="2141735" cy="442257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AC23AC9-F80D-B187-A67A-2B66FF32D447}"/>
              </a:ext>
            </a:extLst>
          </p:cNvPr>
          <p:cNvSpPr txBox="1"/>
          <p:nvPr/>
        </p:nvSpPr>
        <p:spPr>
          <a:xfrm>
            <a:off x="9006040" y="2054969"/>
            <a:ext cx="1385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File </a:t>
            </a:r>
            <a:r>
              <a:rPr lang="de-DE" sz="1600" dirty="0" err="1"/>
              <a:t>grammar</a:t>
            </a:r>
            <a:endParaRPr lang="de-DE" sz="1600" dirty="0"/>
          </a:p>
        </p:txBody>
      </p:sp>
      <p:sp>
        <p:nvSpPr>
          <p:cNvPr id="84" name="Rechteck: gefaltete Ecke 83">
            <a:extLst>
              <a:ext uri="{FF2B5EF4-FFF2-40B4-BE49-F238E27FC236}">
                <a16:creationId xmlns:a16="http://schemas.microsoft.com/office/drawing/2014/main" id="{A03648E0-9469-7010-B505-69D040CBFBBB}"/>
              </a:ext>
            </a:extLst>
          </p:cNvPr>
          <p:cNvSpPr/>
          <p:nvPr/>
        </p:nvSpPr>
        <p:spPr>
          <a:xfrm>
            <a:off x="8628055" y="2618633"/>
            <a:ext cx="2141734" cy="442257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B2DED2F9-86A6-F065-CD63-99DB78B92CC6}"/>
              </a:ext>
            </a:extLst>
          </p:cNvPr>
          <p:cNvSpPr txBox="1"/>
          <p:nvPr/>
        </p:nvSpPr>
        <p:spPr>
          <a:xfrm>
            <a:off x="9073642" y="2670484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 err="1"/>
              <a:t>Skill</a:t>
            </a:r>
            <a:endParaRPr lang="de-DE" sz="1600" dirty="0"/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2AF26233-9A27-7528-52A8-D0280C659D4C}"/>
              </a:ext>
            </a:extLst>
          </p:cNvPr>
          <p:cNvCxnSpPr>
            <a:cxnSpLocks/>
            <a:stCxn id="76" idx="1"/>
          </p:cNvCxnSpPr>
          <p:nvPr/>
        </p:nvCxnSpPr>
        <p:spPr>
          <a:xfrm flipH="1" flipV="1">
            <a:off x="7108013" y="1595867"/>
            <a:ext cx="1524105" cy="155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C2F7529C-F450-932C-7191-C21E7A6074FA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7103952" y="1739651"/>
            <a:ext cx="1528166" cy="46156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B4120DDC-9F99-E92A-9DA8-0107744F86B6}"/>
              </a:ext>
            </a:extLst>
          </p:cNvPr>
          <p:cNvCxnSpPr>
            <a:cxnSpLocks/>
            <a:stCxn id="84" idx="1"/>
          </p:cNvCxnSpPr>
          <p:nvPr/>
        </p:nvCxnSpPr>
        <p:spPr>
          <a:xfrm flipH="1" flipV="1">
            <a:off x="7152618" y="1920422"/>
            <a:ext cx="1475437" cy="91934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216CAB8F-F27A-6454-60AB-E5DC847537B7}"/>
              </a:ext>
            </a:extLst>
          </p:cNvPr>
          <p:cNvCxnSpPr>
            <a:cxnSpLocks/>
          </p:cNvCxnSpPr>
          <p:nvPr/>
        </p:nvCxnSpPr>
        <p:spPr>
          <a:xfrm flipH="1" flipV="1">
            <a:off x="2983057" y="3327275"/>
            <a:ext cx="1312114" cy="737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40C0FF-FA50-E108-34FE-DED7710F9F08}"/>
              </a:ext>
            </a:extLst>
          </p:cNvPr>
          <p:cNvSpPr txBox="1"/>
          <p:nvPr/>
        </p:nvSpPr>
        <p:spPr>
          <a:xfrm>
            <a:off x="3760051" y="3544017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load</a:t>
            </a:r>
            <a:endParaRPr lang="de-DE" sz="1200" dirty="0"/>
          </a:p>
        </p:txBody>
      </p:sp>
      <p:sp>
        <p:nvSpPr>
          <p:cNvPr id="106" name="Raute 105">
            <a:extLst>
              <a:ext uri="{FF2B5EF4-FFF2-40B4-BE49-F238E27FC236}">
                <a16:creationId xmlns:a16="http://schemas.microsoft.com/office/drawing/2014/main" id="{F74A6CAD-EC3D-E341-77A2-C58C421FB406}"/>
              </a:ext>
            </a:extLst>
          </p:cNvPr>
          <p:cNvSpPr/>
          <p:nvPr/>
        </p:nvSpPr>
        <p:spPr>
          <a:xfrm>
            <a:off x="4784265" y="2254423"/>
            <a:ext cx="216000" cy="216000"/>
          </a:xfrm>
          <a:prstGeom prst="diamond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512919DA-9077-3562-3983-90E82E14AB4F}"/>
              </a:ext>
            </a:extLst>
          </p:cNvPr>
          <p:cNvCxnSpPr>
            <a:stCxn id="106" idx="3"/>
          </p:cNvCxnSpPr>
          <p:nvPr/>
        </p:nvCxnSpPr>
        <p:spPr>
          <a:xfrm>
            <a:off x="5000265" y="2362423"/>
            <a:ext cx="149490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Raute 112">
            <a:extLst>
              <a:ext uri="{FF2B5EF4-FFF2-40B4-BE49-F238E27FC236}">
                <a16:creationId xmlns:a16="http://schemas.microsoft.com/office/drawing/2014/main" id="{00C47589-6BE0-BA9B-1C9B-0EFE224EE964}"/>
              </a:ext>
            </a:extLst>
          </p:cNvPr>
          <p:cNvSpPr/>
          <p:nvPr/>
        </p:nvSpPr>
        <p:spPr>
          <a:xfrm>
            <a:off x="4784581" y="3806638"/>
            <a:ext cx="216000" cy="216000"/>
          </a:xfrm>
          <a:prstGeom prst="diamond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DEB0F1B2-B868-40E2-859D-8562E36D7CBE}"/>
              </a:ext>
            </a:extLst>
          </p:cNvPr>
          <p:cNvCxnSpPr>
            <a:stCxn id="113" idx="3"/>
          </p:cNvCxnSpPr>
          <p:nvPr/>
        </p:nvCxnSpPr>
        <p:spPr>
          <a:xfrm>
            <a:off x="5000581" y="3914638"/>
            <a:ext cx="149490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aute 115">
            <a:extLst>
              <a:ext uri="{FF2B5EF4-FFF2-40B4-BE49-F238E27FC236}">
                <a16:creationId xmlns:a16="http://schemas.microsoft.com/office/drawing/2014/main" id="{F1B4CA23-8ED1-6F2C-0E31-17F5040331ED}"/>
              </a:ext>
            </a:extLst>
          </p:cNvPr>
          <p:cNvSpPr/>
          <p:nvPr/>
        </p:nvSpPr>
        <p:spPr>
          <a:xfrm>
            <a:off x="8708152" y="1515751"/>
            <a:ext cx="216000" cy="216000"/>
          </a:xfrm>
          <a:prstGeom prst="diamond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6AC61AD4-BC47-53E0-03B8-5E1E8A066214}"/>
              </a:ext>
            </a:extLst>
          </p:cNvPr>
          <p:cNvCxnSpPr>
            <a:stCxn id="116" idx="3"/>
          </p:cNvCxnSpPr>
          <p:nvPr/>
        </p:nvCxnSpPr>
        <p:spPr>
          <a:xfrm>
            <a:off x="8924152" y="1623751"/>
            <a:ext cx="149490" cy="0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45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Breitbild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Lessner, Jan</dc:creator>
  <cp:lastModifiedBy>Lessner, Jan</cp:lastModifiedBy>
  <cp:revision>1</cp:revision>
  <dcterms:created xsi:type="dcterms:W3CDTF">2026-10-14T14:26:56Z</dcterms:created>
  <dcterms:modified xsi:type="dcterms:W3CDTF">2026-10-14T18:21:33Z</dcterms:modified>
</cp:coreProperties>
</file>